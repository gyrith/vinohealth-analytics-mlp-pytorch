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Fira Sans ExtraBold"/>
      <p:bold r:id="rId10"/>
      <p:boldItalic r:id="rId11"/>
    </p:embeddedFont>
    <p:embeddedFont>
      <p:font typeface="Fira Sans"/>
      <p:regular r:id="rId12"/>
      <p:bold r:id="rId13"/>
      <p:italic r:id="rId14"/>
      <p:boldItalic r:id="rId15"/>
    </p:embeddedFont>
    <p:embeddedFont>
      <p:font typeface="Open Sans Medium"/>
      <p:regular r:id="rId16"/>
      <p:bold r:id="rId17"/>
      <p:italic r:id="rId18"/>
      <p:boldItalic r:id="rId19"/>
    </p:embeddedFont>
    <p:embeddedFont>
      <p:font typeface="DM Serif Display"/>
      <p:regular r:id="rId20"/>
      <p:italic r:id="rId21"/>
    </p:embeddedFont>
    <p:embeddedFont>
      <p:font typeface="Karl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  <p:ext uri="GoogleSlidesCustomDataVersion2">
      <go:slidesCustomData xmlns:go="http://customooxmlschemas.google.com/" r:id="rId30" roundtripDataSignature="AMtx7mjLMBuPC0DKNtJF9FVS5vSOsVku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erifDisplay-regular.fntdata"/><Relationship Id="rId22" Type="http://schemas.openxmlformats.org/officeDocument/2006/relationships/font" Target="fonts/Karla-regular.fntdata"/><Relationship Id="rId21" Type="http://schemas.openxmlformats.org/officeDocument/2006/relationships/font" Target="fonts/DMSerifDisplay-italic.fntdata"/><Relationship Id="rId24" Type="http://schemas.openxmlformats.org/officeDocument/2006/relationships/font" Target="fonts/Karla-italic.fntdata"/><Relationship Id="rId23" Type="http://schemas.openxmlformats.org/officeDocument/2006/relationships/font" Target="fonts/Karl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Karl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font" Target="fonts/FiraSansExtraBold-boldItalic.fntdata"/><Relationship Id="rId10" Type="http://schemas.openxmlformats.org/officeDocument/2006/relationships/font" Target="fonts/FiraSansExtraBold-bold.fntdata"/><Relationship Id="rId13" Type="http://schemas.openxmlformats.org/officeDocument/2006/relationships/font" Target="fonts/FiraSans-bold.fntdata"/><Relationship Id="rId12" Type="http://schemas.openxmlformats.org/officeDocument/2006/relationships/font" Target="fonts/FiraSans-regular.fntdata"/><Relationship Id="rId15" Type="http://schemas.openxmlformats.org/officeDocument/2006/relationships/font" Target="fonts/FiraSans-boldItalic.fntdata"/><Relationship Id="rId14" Type="http://schemas.openxmlformats.org/officeDocument/2006/relationships/font" Target="fonts/FiraSans-italic.fntdata"/><Relationship Id="rId17" Type="http://schemas.openxmlformats.org/officeDocument/2006/relationships/font" Target="fonts/OpenSansMedium-bold.fntdata"/><Relationship Id="rId16" Type="http://schemas.openxmlformats.org/officeDocument/2006/relationships/font" Target="fonts/OpenSansMedium-regular.fntdata"/><Relationship Id="rId19" Type="http://schemas.openxmlformats.org/officeDocument/2006/relationships/font" Target="fonts/OpenSansMedium-boldItalic.fntdata"/><Relationship Id="rId18" Type="http://schemas.openxmlformats.org/officeDocument/2006/relationships/font" Target="fonts/Open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7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323375" y="897900"/>
            <a:ext cx="555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MLP for regression &amp; classification</a:t>
            </a:r>
            <a:endParaRPr b="0" i="0" sz="34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b="0" l="15561" r="15552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2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3856750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Medium"/>
              <a:buChar char="●"/>
            </a:pPr>
            <a:r>
              <a:rPr b="0" i="0" lang="en" sz="2500" u="none" cap="none" strike="noStrik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Code</a:t>
            </a:r>
            <a:endParaRPr b="0" i="0" sz="2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63340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ADE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30829" r="0" t="0"/>
          <a:stretch/>
        </p:blipFill>
        <p:spPr>
          <a:xfrm>
            <a:off x="5586200" y="0"/>
            <a:ext cx="35578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189955" y="1411956"/>
            <a:ext cx="47916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4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Code</a:t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378692" y="4660525"/>
            <a:ext cx="2094225" cy="2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4572000" y="2547900"/>
            <a:ext cx="4572000" cy="2595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0" y="0"/>
            <a:ext cx="4572000" cy="25479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22900" y="2056325"/>
            <a:ext cx="4196700" cy="1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You’ll need a way to run a Jupyter notebook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○"/>
            </a:pPr>
            <a:r>
              <a:rPr b="0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E.g., Anaconda, Colab, CodeRunner, VS Code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46718" y="1571846"/>
            <a:ext cx="35619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20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Jupyter Notebook</a:t>
            </a:r>
            <a:endParaRPr b="1" i="0" sz="20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6975" y="3298575"/>
            <a:ext cx="44292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is from the 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scikit-learn library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27575" y="2631825"/>
            <a:ext cx="41967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b="1" i="0" sz="17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" name="Google Shape;88;p4"/>
          <p:cNvSpPr txBox="1"/>
          <p:nvPr>
            <p:ph idx="4294967295" type="ctrTitle"/>
          </p:nvPr>
        </p:nvSpPr>
        <p:spPr>
          <a:xfrm>
            <a:off x="346725" y="914547"/>
            <a:ext cx="3100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Code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